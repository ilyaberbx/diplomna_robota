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Montserrat" panose="00000500000000000000" pitchFamily="2" charset="-52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y1fdDaqivRCTcOCcH4SrDUQno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0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10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0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0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0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11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1" name="Google Shape;21;p1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1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2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8" name="Google Shape;28;p12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2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2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2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2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2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2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2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2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2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2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2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2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2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2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2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2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2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13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0" name="Google Shape;50;p1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4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8" name="Google Shape;58;p1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4" name="Google Shape;64;p1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6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16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6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6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6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6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6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6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6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6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6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6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6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3" name="Google Shape;93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8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8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9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9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9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9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9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9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9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9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9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9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9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9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9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9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9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9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9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9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19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>
            <a:spLocks noGrp="1"/>
          </p:cNvSpPr>
          <p:nvPr>
            <p:ph type="ctrTitle"/>
          </p:nvPr>
        </p:nvSpPr>
        <p:spPr>
          <a:xfrm>
            <a:off x="3452704" y="551347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10537"/>
              <a:buNone/>
            </a:pPr>
            <a:r>
              <a:rPr lang="uk" sz="2111" b="1" dirty="0">
                <a:latin typeface="Arial"/>
                <a:ea typeface="Arial"/>
                <a:cs typeface="Arial"/>
                <a:sym typeface="Arial"/>
              </a:rPr>
              <a:t>КВАЛІФІКАЦІЙНА РОБОТА БАКАЛАВРА</a:t>
            </a:r>
            <a:endParaRPr sz="2111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26984"/>
              <a:buNone/>
            </a:pPr>
            <a:r>
              <a:rPr lang="uk-UA" sz="3500" dirty="0">
                <a:latin typeface="Arial"/>
                <a:ea typeface="Arial"/>
                <a:cs typeface="Arial"/>
                <a:sym typeface="Arial"/>
              </a:rPr>
              <a:t>ТЕМА</a:t>
            </a:r>
            <a:endParaRPr sz="3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136" name="Google Shape;136;p1"/>
          <p:cNvSpPr txBox="1">
            <a:spLocks noGrp="1"/>
          </p:cNvSpPr>
          <p:nvPr>
            <p:ph type="subTitle" idx="1"/>
          </p:nvPr>
        </p:nvSpPr>
        <p:spPr>
          <a:xfrm>
            <a:off x="4289900" y="3891550"/>
            <a:ext cx="41028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uk" sz="1480" i="1" dirty="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Керівник:</a:t>
            </a:r>
            <a:endParaRPr sz="1480" dirty="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uk"/>
              <a:t>Мета і задачі</a:t>
            </a:r>
            <a:endParaRPr/>
          </a:p>
        </p:txBody>
      </p:sp>
      <p:sp>
        <p:nvSpPr>
          <p:cNvPr id="142" name="Google Shape;142;p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127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2857"/>
              <a:buNone/>
            </a:pPr>
            <a:r>
              <a:rPr lang="uk" sz="1400">
                <a:latin typeface="Arial"/>
                <a:ea typeface="Arial"/>
                <a:cs typeface="Arial"/>
                <a:sym typeface="Arial"/>
              </a:rPr>
              <a:t>Метою роботи є зменшення часу, необхідного для оновлення та контролю стану медикаментів, шляхом розробки програмного забезпечення, яке забезпечує скорочення часу обліку та підвищення точності даних порівняно з аналогічними неавтоматизованими системами.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127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8056"/>
              <a:buNone/>
            </a:pPr>
            <a:r>
              <a:rPr lang="uk" sz="1325">
                <a:latin typeface="Arial"/>
                <a:ea typeface="Arial"/>
                <a:cs typeface="Arial"/>
                <a:sym typeface="Arial"/>
              </a:rPr>
              <a:t>Для досягнення мети роботи поставлено наступні задачі:</a:t>
            </a:r>
            <a:endParaRPr sz="1325">
              <a:latin typeface="Arial"/>
              <a:ea typeface="Arial"/>
              <a:cs typeface="Arial"/>
              <a:sym typeface="Arial"/>
            </a:endParaRPr>
          </a:p>
          <a:p>
            <a:pPr marL="6858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8056"/>
              <a:buNone/>
            </a:pPr>
            <a:r>
              <a:rPr lang="uk" sz="1325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uk" sz="925"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uk" sz="1325">
                <a:latin typeface="Arial"/>
                <a:ea typeface="Arial"/>
                <a:cs typeface="Arial"/>
                <a:sym typeface="Arial"/>
              </a:rPr>
              <a:t>провести аналіз предметної області та існуючих програмних рішень для моніторингу медикаментів;</a:t>
            </a:r>
            <a:endParaRPr sz="1325">
              <a:latin typeface="Arial"/>
              <a:ea typeface="Arial"/>
              <a:cs typeface="Arial"/>
              <a:sym typeface="Arial"/>
            </a:endParaRPr>
          </a:p>
          <a:p>
            <a:pPr marL="6858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8056"/>
              <a:buNone/>
            </a:pPr>
            <a:r>
              <a:rPr lang="uk" sz="1325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uk" sz="925"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uk" sz="1325">
                <a:latin typeface="Arial"/>
                <a:ea typeface="Arial"/>
                <a:cs typeface="Arial"/>
                <a:sym typeface="Arial"/>
              </a:rPr>
              <a:t>визначити функціональні та нефункціональні вимоги до програмного забезпечення;</a:t>
            </a:r>
            <a:endParaRPr sz="1325">
              <a:latin typeface="Arial"/>
              <a:ea typeface="Arial"/>
              <a:cs typeface="Arial"/>
              <a:sym typeface="Arial"/>
            </a:endParaRPr>
          </a:p>
          <a:p>
            <a:pPr marL="6858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8056"/>
              <a:buNone/>
            </a:pPr>
            <a:r>
              <a:rPr lang="uk" sz="1325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uk" sz="925"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uk" sz="1325">
                <a:latin typeface="Arial"/>
                <a:ea typeface="Arial"/>
                <a:cs typeface="Arial"/>
                <a:sym typeface="Arial"/>
              </a:rPr>
              <a:t>розробити архітектуру програмного рішення, включаючи моделі даних та алгоритми основних функцій;</a:t>
            </a:r>
            <a:endParaRPr sz="1325">
              <a:latin typeface="Arial"/>
              <a:ea typeface="Arial"/>
              <a:cs typeface="Arial"/>
              <a:sym typeface="Arial"/>
            </a:endParaRPr>
          </a:p>
          <a:p>
            <a:pPr marL="6858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8056"/>
              <a:buNone/>
            </a:pPr>
            <a:r>
              <a:rPr lang="uk" sz="1325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uk" sz="925"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uk" sz="1325">
                <a:latin typeface="Arial"/>
                <a:ea typeface="Arial"/>
                <a:cs typeface="Arial"/>
                <a:sym typeface="Arial"/>
              </a:rPr>
              <a:t>реалізувати програмний продукт.</a:t>
            </a:r>
            <a:endParaRPr sz="132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85203"/>
              <a:buNone/>
            </a:pPr>
            <a:endParaRPr sz="152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uk"/>
              <a:t>Предмет і об’єкт</a:t>
            </a:r>
            <a:endParaRPr/>
          </a:p>
        </p:txBody>
      </p:sp>
      <p:sp>
        <p:nvSpPr>
          <p:cNvPr id="148" name="Google Shape;148;p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127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uk" sz="1600" b="1">
                <a:latin typeface="Arial"/>
                <a:ea typeface="Arial"/>
                <a:cs typeface="Arial"/>
                <a:sym typeface="Arial"/>
              </a:rPr>
              <a:t>Об’єкт дослідження</a:t>
            </a:r>
            <a:r>
              <a:rPr lang="uk" sz="1600">
                <a:latin typeface="Arial"/>
                <a:ea typeface="Arial"/>
                <a:cs typeface="Arial"/>
                <a:sym typeface="Arial"/>
              </a:rPr>
              <a:t>. Процес автоматизації обліку медикаментів у медичних установах та аптеках.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127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uk" sz="1600" b="1">
                <a:latin typeface="Arial"/>
                <a:ea typeface="Arial"/>
                <a:cs typeface="Arial"/>
                <a:sym typeface="Arial"/>
              </a:rPr>
              <a:t>Предмет дослідження</a:t>
            </a:r>
            <a:r>
              <a:rPr lang="uk" sz="1600">
                <a:latin typeface="Arial"/>
                <a:ea typeface="Arial"/>
                <a:cs typeface="Arial"/>
                <a:sym typeface="Arial"/>
              </a:rPr>
              <a:t>. Програмне забезпечення для розробки системи обліку медикаментів на основі мови програмування Java, бази даних SQLite і графічного інтерфейсу Swing.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127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uk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 txBox="1">
            <a:spLocks noGrp="1"/>
          </p:cNvSpPr>
          <p:nvPr>
            <p:ph type="title"/>
          </p:nvPr>
        </p:nvSpPr>
        <p:spPr>
          <a:xfrm>
            <a:off x="987900" y="2488825"/>
            <a:ext cx="28431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uk" sz="2800">
                <a:latin typeface="Times New Roman"/>
                <a:ea typeface="Times New Roman"/>
                <a:cs typeface="Times New Roman"/>
                <a:sym typeface="Times New Roman"/>
              </a:rPr>
              <a:t>Use case діаграма </a:t>
            </a:r>
            <a:endParaRPr sz="3800"/>
          </a:p>
        </p:txBody>
      </p:sp>
      <p:pic>
        <p:nvPicPr>
          <p:cNvPr id="154" name="Google Shape;15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6848" y="815250"/>
            <a:ext cx="4409275" cy="38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160" name="Google Shape;160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endParaRPr/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8550" y="306924"/>
            <a:ext cx="6332575" cy="452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167" name="Google Shape;167;p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endParaRPr/>
          </a:p>
        </p:txBody>
      </p:sp>
      <p:pic>
        <p:nvPicPr>
          <p:cNvPr id="168" name="Google Shape;16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0774" y="393750"/>
            <a:ext cx="7312351" cy="450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uk" sz="2300" b="1">
                <a:latin typeface="Times New Roman"/>
                <a:ea typeface="Times New Roman"/>
                <a:cs typeface="Times New Roman"/>
                <a:sym typeface="Times New Roman"/>
              </a:rPr>
              <a:t>ЗАГАЛЬНІ ВИСНОВКИ</a:t>
            </a:r>
            <a:endParaRPr sz="3300"/>
          </a:p>
        </p:txBody>
      </p:sp>
      <p:sp>
        <p:nvSpPr>
          <p:cNvPr id="174" name="Google Shape;174;p7"/>
          <p:cNvSpPr txBox="1">
            <a:spLocks noGrp="1"/>
          </p:cNvSpPr>
          <p:nvPr>
            <p:ph type="body" idx="1"/>
          </p:nvPr>
        </p:nvSpPr>
        <p:spPr>
          <a:xfrm>
            <a:off x="502950" y="1080800"/>
            <a:ext cx="8138100" cy="3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44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uk">
                <a:latin typeface="Arial"/>
                <a:ea typeface="Arial"/>
                <a:cs typeface="Arial"/>
                <a:sym typeface="Arial"/>
              </a:rPr>
              <a:t>У межах виконання кваліфікаційної роботи було повністю реалізовано програмне забезпечення для обліку медикаментів, яке дозволяє автоматизувати ключові процеси в медичних установах і аптеках. Сформульовані цілі та поставлені завдання були успішно досягнуті.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444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uk">
                <a:latin typeface="Arial"/>
                <a:ea typeface="Arial"/>
                <a:cs typeface="Arial"/>
                <a:sym typeface="Arial"/>
              </a:rPr>
              <a:t>Зокрема: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uk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uk" sz="9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uk">
                <a:latin typeface="Arial"/>
                <a:ea typeface="Arial"/>
                <a:cs typeface="Arial"/>
                <a:sym typeface="Arial"/>
              </a:rPr>
              <a:t>проведено аналіз предметної області, визначено основні проблеми обліку медикаментів, досліджено сучасні програмні рішення, виділено їхні переваги та недоліки;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uk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uk" sz="9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uk">
                <a:latin typeface="Arial"/>
                <a:ea typeface="Arial"/>
                <a:cs typeface="Arial"/>
                <a:sym typeface="Arial"/>
              </a:rPr>
              <a:t>сформульовано функціональні та нефункціональні вимоги до системи з урахуванням потреб користувачів, продуктивності, безпеки та зручності використання;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uk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uk" sz="9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uk">
                <a:latin typeface="Arial"/>
                <a:ea typeface="Arial"/>
                <a:cs typeface="Arial"/>
                <a:sym typeface="Arial"/>
              </a:rPr>
              <a:t>розроблено архітектуру програмного забезпечення, структурну модель системи, моделі бізнес-процесів та структуру бази даних;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uk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uk" sz="9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uk">
                <a:latin typeface="Arial"/>
                <a:ea typeface="Arial"/>
                <a:cs typeface="Arial"/>
                <a:sym typeface="Arial"/>
              </a:rPr>
              <a:t>реалізовано програмне забезпечення з використанням мови Java, бази даних SQLite та графічного інтерфейсу Java Swing. Застосовано сучасні бібліотеки для логування, обробки JSON-даних та генерації звітів;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uk" sz="2300" b="1">
                <a:latin typeface="Times New Roman"/>
                <a:ea typeface="Times New Roman"/>
                <a:cs typeface="Times New Roman"/>
                <a:sym typeface="Times New Roman"/>
              </a:rPr>
              <a:t>ЗАГАЛЬНІ ВИСНОВКИ</a:t>
            </a:r>
            <a:endParaRPr sz="3300"/>
          </a:p>
        </p:txBody>
      </p:sp>
      <p:sp>
        <p:nvSpPr>
          <p:cNvPr id="180" name="Google Shape;180;p8"/>
          <p:cNvSpPr txBox="1">
            <a:spLocks noGrp="1"/>
          </p:cNvSpPr>
          <p:nvPr>
            <p:ph type="body" idx="1"/>
          </p:nvPr>
        </p:nvSpPr>
        <p:spPr>
          <a:xfrm>
            <a:off x="1297500" y="1118750"/>
            <a:ext cx="7038900" cy="3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44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uk" sz="12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uk" sz="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uk" sz="1200">
                <a:latin typeface="Arial"/>
                <a:ea typeface="Arial"/>
                <a:cs typeface="Arial"/>
                <a:sym typeface="Arial"/>
              </a:rPr>
              <a:t>розроблено та описано основні алгоритми, що забезпечують перегляд, пошук, додавання, оновлення медикаментів, контроль термінів придатності, авторизацію користувачів і генерацію звітів;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uk" sz="12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uk" sz="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uk" sz="1200">
                <a:latin typeface="Arial"/>
                <a:ea typeface="Arial"/>
                <a:cs typeface="Arial"/>
                <a:sym typeface="Arial"/>
              </a:rPr>
              <a:t>проведено тестування системи, яке підтвердило стабільність і коректність роботи основного функціоналу, відповідність вимогам і зручність користування;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uk" sz="12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uk" sz="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uk" sz="1200">
                <a:latin typeface="Arial"/>
                <a:ea typeface="Arial"/>
                <a:cs typeface="Arial"/>
                <a:sym typeface="Arial"/>
              </a:rPr>
              <a:t>підготовлено інструкцію користувача та розроблено механізми інсталяції, резервного копіювання, оновлення й підтримки системи в умовах експлуатації.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444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uk" sz="1200">
                <a:latin typeface="Arial"/>
                <a:ea typeface="Arial"/>
                <a:cs typeface="Arial"/>
                <a:sym typeface="Arial"/>
              </a:rPr>
              <a:t>Розроблене програмне забезпечення відповідає сучасним вимогам до систем автоматизації медичних процесів, є масштабованим, безпечним і зручним у використанні. Воно може бути успішно впроваджене в аптеках, медичних кабінетах та фармацевтичних складах малого та середнього масштабу. Система не потребує складного налаштування або спеціального навчання персоналу, що робить її доступною для широкого кола користувачів.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Microsoft Office PowerPoint</Application>
  <PresentationFormat>Экран (16:9)</PresentationFormat>
  <Paragraphs>27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Montserrat</vt:lpstr>
      <vt:lpstr>Lato</vt:lpstr>
      <vt:lpstr>Focus</vt:lpstr>
      <vt:lpstr>КВАЛІФІКАЦІЙНА РОБОТА БАКАЛАВРА ТЕМА </vt:lpstr>
      <vt:lpstr>Мета і задачі</vt:lpstr>
      <vt:lpstr>Предмет і об’єкт</vt:lpstr>
      <vt:lpstr>Use case діаграма </vt:lpstr>
      <vt:lpstr>Презентация PowerPoint</vt:lpstr>
      <vt:lpstr>Презентация PowerPoint</vt:lpstr>
      <vt:lpstr>ЗАГАЛЬНІ ВИСНОВКИ</vt:lpstr>
      <vt:lpstr>ЗАГАЛЬНІ ВИСНОВКИ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КВАЛІФІКАЦІЙНА РОБОТА БАКАЛАВРА ТЕМА </dc:title>
  <dc:creator>comp1</dc:creator>
  <cp:lastModifiedBy>comp1</cp:lastModifiedBy>
  <cp:revision>1</cp:revision>
  <dcterms:modified xsi:type="dcterms:W3CDTF">2026-05-19T16:32:46Z</dcterms:modified>
</cp:coreProperties>
</file>